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One-liner: a Python desktop app that turns raw CPCB air-quality CSV data into seasonal AQI insights through an interactive dashboard. Replace the member placeholders with real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three questions — our dashboard answers all three. The 163 vs 69 gap is the headline finding, revealed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Separation of concerns: each file has one job. This also maps directly to how we split the work across 5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in the viva: we did not fake Pune data. Mumbai is real Maharashtra data; the design swaps to Pune the moment real Pune rows are supplied.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library maps to a rubric requirement: Tkinter = GUI; pandas/NumPy = computation; Seaborn/Matplotlib/Plotly/Excel = visualization.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through: pick the band the concentration falls in, interpolate to get the sub-index, take the max across pollutants. This is the actual government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genuine screenshot of the running app, not a mockup. Demo it live if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Matplotlib (trend, bars, categories) + Seaborn (heatmaps, boxplot) + a Plotly interactive not shown here. Same dataset, six angles.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163-vs-69 seasonal gap; the boxplot on the right is the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A–E with names. The split maps 1:1 to the code files, which makes ownership easy to defend.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seasonal headline and invite questions. Mention the Pune-data path as the obvious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745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27AE60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" y="18745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A3D977"/>
          </a:solidFill>
          <a:ln/>
        </p:spPr>
      </p:sp>
      <p:sp>
        <p:nvSpPr>
          <p:cNvPr id="4" name="Shape 2"/>
          <p:cNvSpPr/>
          <p:nvPr/>
        </p:nvSpPr>
        <p:spPr>
          <a:xfrm>
            <a:off x="1408176" y="18745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1C40F"/>
          </a:solidFill>
          <a:ln/>
        </p:spPr>
      </p:sp>
      <p:sp>
        <p:nvSpPr>
          <p:cNvPr id="5" name="Shape 3"/>
          <p:cNvSpPr/>
          <p:nvPr/>
        </p:nvSpPr>
        <p:spPr>
          <a:xfrm>
            <a:off x="1792224" y="18745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2176272" y="18745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0" y="18745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8E44A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DVP MINI-PROJECT  ·  SELF-LEARNING COMPONENT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Quality Analysis Dashboard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58368" y="3429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AQI trends, pollutant comparison &amp; interactive visual analytics — built in Python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297680"/>
            <a:ext cx="10789920" cy="0"/>
          </a:xfrm>
          <a:prstGeom prst="line">
            <a:avLst/>
          </a:prstGeom>
          <a:noFill/>
          <a:ln w="12700">
            <a:solidFill>
              <a:srgbClr val="2234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4526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pPr indent="0" marL="0">
              <a:buNone/>
            </a:pPr>
            <a:r>
              <a:rPr lang="en-US" sz="1400" dirty="0">
                <a:solidFill>
                  <a:srgbClr val="C7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&amp; Processing (DVP)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" y="4892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pPr indent="0" marL="0">
              <a:buNone/>
            </a:pPr>
            <a:r>
              <a:rPr lang="en-US" sz="1400" dirty="0">
                <a:solidFill>
                  <a:srgbClr val="C7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of 5  ·  &lt;Member A&gt; · &lt;Member B&gt; · &lt;Member C&gt; · &lt;Member D&gt; · &lt;Member E&gt;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5257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</a:t>
            </a:r>
            <a:pPr indent="0" marL="0">
              <a:buNone/>
            </a:pPr>
            <a:r>
              <a:rPr lang="en-US" sz="1400" dirty="0">
                <a:solidFill>
                  <a:srgbClr val="C7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Tkinter · pandas · NumPy · Seaborn · Matplotlib · Plotly · Excel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air quality?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is one of India's biggest public-health risks — and it is highly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and pollutant-driven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Raw monitoring data is published as large CSV files that are hard to read as-is.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338328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season is worst, and by how much?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pollutant actually drives the AQI?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winter peak a one-off or a yearly pattern?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51206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make that answerable in a few clicks.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06640" y="173736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2F5F6"/>
          </a:solidFill>
          <a:ln w="12700">
            <a:solidFill>
              <a:srgbClr val="D8E0E3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06640" y="20574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7406640" y="3063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WINTER AQI (Mumbai)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0" y="3657600"/>
            <a:ext cx="3017520" cy="0"/>
          </a:xfrm>
          <a:prstGeom prst="line">
            <a:avLst/>
          </a:prstGeom>
          <a:noFill/>
          <a:ln w="12700">
            <a:solidFill>
              <a:srgbClr val="D8E0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37947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7406640" y="4800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MONSOON AQI (Mumbai)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cleanly separated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2F5F6"/>
          </a:solidFill>
          <a:ln w="12700">
            <a:solidFill>
              <a:srgbClr val="D8E0E3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3134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compute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CSV safely, engineer season/time columns, and compute statistics with pandas + NumPy.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air_analysis.py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24528" y="3657600"/>
            <a:ext cx="274320" cy="274320"/>
          </a:xfrm>
          <a:prstGeom prst="rightArrow">
            <a:avLst/>
          </a:prstGeom>
          <a:solidFill>
            <a:srgbClr val="6B7A82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196596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2F5F6"/>
          </a:solidFill>
          <a:ln w="12700">
            <a:solidFill>
              <a:srgbClr val="D8E0E3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228600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40680" y="23134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846320" y="30175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numbers into charts: Matplotlib, Seaborn heatmaps, an interactive Plotly view, and an Excel report.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visualizations.py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10728" y="3657600"/>
            <a:ext cx="274320" cy="274320"/>
          </a:xfrm>
          <a:prstGeom prst="rightArrow">
            <a:avLst/>
          </a:prstGeom>
          <a:solidFill>
            <a:srgbClr val="6B7A82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0" y="196596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2F5F6"/>
          </a:solidFill>
          <a:ln w="12700">
            <a:solidFill>
              <a:srgbClr val="D8E0E3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732520" y="22860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87325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26880" y="23134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dashboard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732520" y="30175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Tkinter desktop app that ties it together — dropdown, buttons, embedded charts, one-click export.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3252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CPCB monitoring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86000" y="19202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Pollution Control Board (CPCB), via the public Kaggle dataset — offline CSV, no API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86000" y="28803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Indian cities · daily records · 2015 – 2020 · ~29,500 rows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0" y="3840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PM2.5, PM10, NO, NO2, NOx, NH3, CO, SO2, O3, Benzene, Toluene, Xylene, AQI, AQI_Bucket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0" y="182880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F2F5F6"/>
          </a:solidFill>
          <a:ln w="12700">
            <a:solidFill>
              <a:srgbClr val="D8E0E3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note on Pune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0" y="2514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is not present in this CPCB dataset —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is the Maharashtra city included, so it is our demo city.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589520" y="370332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city-agnostic: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 Pune CSV (Kaggle station_day or WAQI) and “Pune” appears in the dropdown automatically.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Libraries &amp; what each one does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built-in GUI toolkit — the whole desktop dashboard window.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679192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CSV, group by season/month, pivot tables, aggregations.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529584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483864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Vectorised math for the CPCB AQI sub-index calculation.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334256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288536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plotting engine; figures embedded inside the Tkinter window.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192024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03720" y="187452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charts — correlation heatmap, seasonal boxplots, month×year heatmap.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2724912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03720" y="2679192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time-series that opens in the browser (zoom, hover).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55080" y="352958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03720" y="3483864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multi-sheet Excel report on one click.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compute AQI, not just plot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only reading the AQI column, we implemented the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CPCB AQI formula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NumPy. Each pollutant gets a sub-index by linear interpolation inside its concentration band; the overall AQI is the worst sub-index.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6400800" cy="1371600"/>
          </a:xfrm>
          <a:prstGeom prst="roundRect">
            <a:avLst>
              <a:gd name="adj" fmla="val 5333"/>
            </a:avLst>
          </a:prstGeom>
          <a:solidFill>
            <a:srgbClr val="F2F5F6"/>
          </a:solidFill>
          <a:ln w="12700">
            <a:solidFill>
              <a:srgbClr val="D8E0E3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5661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sub-index = (I_hi − I_lo)/(C_hi − C_lo) × (C − C_lo) + I_lo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AQI = max(sub-indices)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437083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requires ≥ 3 pollutants incl. PM2.5 / PM10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9834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400" i="1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fills gaps where the AQI column is blank, and it is a strong point to defend in the viva.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06640" y="178308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2F5F6"/>
          </a:solidFill>
          <a:ln w="12700">
            <a:solidFill>
              <a:srgbClr val="D8E0E3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3524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CPCB AQI categories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635240" y="246888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245059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149840" y="245059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0–50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35240" y="29900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7FB80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29718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Satisfactory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149840" y="297180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51–100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35240" y="351129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1C40F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34930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149840" y="349300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101–200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35240" y="40325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401421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149840" y="401421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201–300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635240" y="455371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453542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Poor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149840" y="453542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301–400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635240" y="50749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8E44AD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0" y="505663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149840" y="505663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401+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desktop dashboard</a:t>
            </a:r>
            <a:endParaRPr lang="en-US" sz="3200" dirty="0"/>
          </a:p>
        </p:txBody>
      </p:sp>
      <p:pic>
        <p:nvPicPr>
          <p:cNvPr id="4" name="Image 0" descr="/home/claude/pune_aqi_project/gui_screensh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81812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78240" y="1956816"/>
            <a:ext cx="128016" cy="12801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6" name="Text 3"/>
          <p:cNvSpPr/>
          <p:nvPr/>
        </p:nvSpPr>
        <p:spPr>
          <a:xfrm>
            <a:off x="9006840" y="184708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dropdown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switch any city instantly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778240" y="2825496"/>
            <a:ext cx="128016" cy="12801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8" name="Text 5"/>
          <p:cNvSpPr/>
          <p:nvPr/>
        </p:nvSpPr>
        <p:spPr>
          <a:xfrm>
            <a:off x="9006840" y="271576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chart buttons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draws inside the window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778240" y="3694176"/>
            <a:ext cx="128016" cy="12801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0" name="Text 7"/>
          <p:cNvSpPr/>
          <p:nvPr/>
        </p:nvSpPr>
        <p:spPr>
          <a:xfrm>
            <a:off x="9006840" y="358444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stats panel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mean / std / min / max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778240" y="4562856"/>
            <a:ext cx="128016" cy="12801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Text 9"/>
          <p:cNvSpPr/>
          <p:nvPr/>
        </p:nvSpPr>
        <p:spPr>
          <a:xfrm>
            <a:off x="9006840" y="445312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Excel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multi-sheet report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778240" y="5431536"/>
            <a:ext cx="128016" cy="12801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4" name="Text 11"/>
          <p:cNvSpPr/>
          <p:nvPr/>
        </p:nvSpPr>
        <p:spPr>
          <a:xfrm>
            <a:off x="9006840" y="532180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opens a Plotly view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views on the same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61188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0E3"/>
            </a:solidFill>
            <a:prstDash val="solid"/>
          </a:ln>
        </p:spPr>
      </p:sp>
      <p:pic>
        <p:nvPicPr>
          <p:cNvPr id="5" name="Image 0" descr="/home/claude/pune_aqi_project/sample_charts/02_month_year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1929384"/>
            <a:ext cx="3502152" cy="1600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54787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× Year heatmap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07992" y="1874520"/>
            <a:ext cx="361188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0E3"/>
            </a:solidFill>
            <a:prstDash val="solid"/>
          </a:ln>
        </p:spPr>
      </p:sp>
      <p:pic>
        <p:nvPicPr>
          <p:cNvPr id="8" name="Image 1" descr="/home/claude/pune_aqi_project/sample_charts/01_seasonal_box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62856" y="1929384"/>
            <a:ext cx="3502152" cy="1600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07992" y="354787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boxplot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375904" y="1874520"/>
            <a:ext cx="361188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0E3"/>
            </a:solidFill>
            <a:prstDash val="solid"/>
          </a:ln>
        </p:spPr>
      </p:sp>
      <p:pic>
        <p:nvPicPr>
          <p:cNvPr id="11" name="Image 2" descr="/home/claude/pune_aqi_project/sample_charts/03_correlati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30768" y="1929384"/>
            <a:ext cx="3502152" cy="1600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75904" y="354787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40080" y="4251960"/>
            <a:ext cx="361188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0E3"/>
            </a:solidFill>
            <a:prstDash val="solid"/>
          </a:ln>
        </p:spPr>
      </p:sp>
      <p:pic>
        <p:nvPicPr>
          <p:cNvPr id="14" name="Image 3" descr="/home/claude/pune_aqi_project/sample_charts/04_aqi_tren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4944" y="4306824"/>
            <a:ext cx="3502152" cy="1600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0080" y="592531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trend + rolling avg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507992" y="4251960"/>
            <a:ext cx="361188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0E3"/>
            </a:solidFill>
            <a:prstDash val="solid"/>
          </a:ln>
        </p:spPr>
      </p:sp>
      <p:pic>
        <p:nvPicPr>
          <p:cNvPr id="17" name="Image 4" descr="/home/claude/pune_aqi_project/sample_charts/05_pollutant_bar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62856" y="4306824"/>
            <a:ext cx="3502152" cy="1600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07992" y="592531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Pollutant averages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8375904" y="4251960"/>
            <a:ext cx="361188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0E3"/>
            </a:solidFill>
            <a:prstDash val="solid"/>
          </a:ln>
        </p:spPr>
      </p:sp>
      <p:pic>
        <p:nvPicPr>
          <p:cNvPr id="20" name="Image 5" descr="/home/claude/pune_aqi_project/sample_charts/06_aqi_categories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430768" y="4306824"/>
            <a:ext cx="3502152" cy="1600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375904" y="592531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category counts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874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seasonality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34440" y="23317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AQI (~163) is more than double the monsoon average (~69). Rain clears particulates; winter inversions trap them.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291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 drives AQI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34440" y="37490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has the highest average concentration and correlates most with AQI — it sets the worst days.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709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repeatable peak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34440" y="516636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month×year heatmap shows Jan / Feb / Dec red every year — a consistent winter pattern, not noise.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1828800"/>
            <a:ext cx="4754880" cy="4206240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12700">
            <a:solidFill>
              <a:srgbClr val="D8E0E3"/>
            </a:solidFill>
            <a:prstDash val="solid"/>
          </a:ln>
        </p:spPr>
      </p:sp>
      <p:pic>
        <p:nvPicPr>
          <p:cNvPr id="17" name="Image 0" descr="/home/claude/pune_aqi_project/sample_charts/01_seasonal_bo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2148840"/>
            <a:ext cx="4480560" cy="35661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766560" y="5623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distribution by season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split the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F2F5F6"/>
          </a:solidFill>
          <a:ln w="12700">
            <a:solidFill>
              <a:srgbClr val="D8E0E3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07568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compute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44144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loading, exception handling, season logic, AQI formula in air_analysis.py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209544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F2F5F6"/>
          </a:solidFill>
          <a:ln w="12700">
            <a:solidFill>
              <a:srgbClr val="D8E0E3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529584"/>
            <a:ext cx="530352" cy="53035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295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41071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 (Matplotlib/Seaborn)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77647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bars, heatmaps and the seasonal boxplot in visualizations.py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544568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F2F5F6"/>
          </a:solidFill>
          <a:ln w="12700">
            <a:solidFill>
              <a:srgbClr val="D8E0E3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864608"/>
            <a:ext cx="530352" cy="53035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646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4745736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Plotly &amp; Excel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511149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time-series + multi-sheet Excel export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187452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F2F5F6"/>
          </a:solidFill>
          <a:ln w="12700">
            <a:solidFill>
              <a:srgbClr val="D8E0E3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2194560"/>
            <a:ext cx="530352" cy="53035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1945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52360" y="207568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52360" y="244144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layout, dropdown, buttons, embedded canvas in app.py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3209544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F2F5F6"/>
          </a:solidFill>
          <a:ln w="12700">
            <a:solidFill>
              <a:srgbClr val="D8E0E3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3529584"/>
            <a:ext cx="530352" cy="530352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35295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52360" y="341071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 &amp; presentation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52360" y="377647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this deck, findings write-up and the demo script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7132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city-agnostic air-quality dashboard in pure Python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CPCB data → pandas/NumPy compute → Seaborn/Matplotlib/Plotly/Excel output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seasonal story: winter is ~2.4× worse than monsoon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321040" y="182880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F2F5F6"/>
          </a:solidFill>
          <a:ln w="12700">
            <a:solidFill>
              <a:srgbClr val="D8E0E3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321040" y="182880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22343E"/>
          </a:solidFill>
          <a:ln w="12700">
            <a:solidFill>
              <a:srgbClr val="3245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4964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49640" y="251460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7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real Pune data (station_day / WAQI)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7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weather overlay (rain vs AQI)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7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comparison 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5120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85800" y="5943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2026-08-20T06:11:13Z</dcterms:created>
  <dcterms:modified xsi:type="dcterms:W3CDTF">2026-08-20T06:11:13Z</dcterms:modified>
</cp:coreProperties>
</file>